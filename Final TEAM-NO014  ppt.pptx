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86" r:id="rId3"/>
    <p:sldId id="259" r:id="rId4"/>
    <p:sldId id="260" r:id="rId5"/>
    <p:sldId id="277" r:id="rId6"/>
    <p:sldId id="288" r:id="rId7"/>
    <p:sldId id="291" r:id="rId8"/>
    <p:sldId id="289" r:id="rId9"/>
    <p:sldId id="290" r:id="rId10"/>
    <p:sldId id="278" r:id="rId11"/>
    <p:sldId id="283" r:id="rId12"/>
    <p:sldId id="281" r:id="rId13"/>
    <p:sldId id="282" r:id="rId14"/>
    <p:sldId id="293" r:id="rId15"/>
    <p:sldId id="284" r:id="rId16"/>
    <p:sldId id="287" r:id="rId17"/>
  </p:sldIdLst>
  <p:sldSz cx="14630400" cy="8229600"/>
  <p:notesSz cx="8229600" cy="14630400"/>
  <p:embeddedFontLst>
    <p:embeddedFont>
      <p:font typeface="Alexandria Semi Bold" panose="020B0604020202020204" charset="-78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4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HA B S" userId="48d1c816335ce85a" providerId="LiveId" clId="{48EB9869-DCF1-45DB-AE35-DA594B6DA2FD}"/>
    <pc:docChg chg="modSld">
      <pc:chgData name="RISHITHA B S" userId="48d1c816335ce85a" providerId="LiveId" clId="{48EB9869-DCF1-45DB-AE35-DA594B6DA2FD}" dt="2025-05-27T05:08:51.330" v="3" actId="1036"/>
      <pc:docMkLst>
        <pc:docMk/>
      </pc:docMkLst>
      <pc:sldChg chg="modSp mod">
        <pc:chgData name="RISHITHA B S" userId="48d1c816335ce85a" providerId="LiveId" clId="{48EB9869-DCF1-45DB-AE35-DA594B6DA2FD}" dt="2025-05-27T05:06:39.530" v="0" actId="1035"/>
        <pc:sldMkLst>
          <pc:docMk/>
          <pc:sldMk cId="3254190081" sldId="277"/>
        </pc:sldMkLst>
        <pc:picChg chg="mod">
          <ac:chgData name="RISHITHA B S" userId="48d1c816335ce85a" providerId="LiveId" clId="{48EB9869-DCF1-45DB-AE35-DA594B6DA2FD}" dt="2025-05-27T05:06:39.530" v="0" actId="1035"/>
          <ac:picMkLst>
            <pc:docMk/>
            <pc:sldMk cId="3254190081" sldId="277"/>
            <ac:picMk id="12" creationId="{269B0F40-8384-CCB1-2E24-09B3D32C7410}"/>
          </ac:picMkLst>
        </pc:picChg>
      </pc:sldChg>
      <pc:sldChg chg="modSp mod">
        <pc:chgData name="RISHITHA B S" userId="48d1c816335ce85a" providerId="LiveId" clId="{48EB9869-DCF1-45DB-AE35-DA594B6DA2FD}" dt="2025-05-27T05:08:51.330" v="3" actId="1036"/>
        <pc:sldMkLst>
          <pc:docMk/>
          <pc:sldMk cId="1337542691" sldId="289"/>
        </pc:sldMkLst>
        <pc:picChg chg="mod">
          <ac:chgData name="RISHITHA B S" userId="48d1c816335ce85a" providerId="LiveId" clId="{48EB9869-DCF1-45DB-AE35-DA594B6DA2FD}" dt="2025-05-27T05:08:51.330" v="3" actId="1036"/>
          <ac:picMkLst>
            <pc:docMk/>
            <pc:sldMk cId="1337542691" sldId="289"/>
            <ac:picMk id="2" creationId="{02D252E4-12C4-4E8E-5D16-3F7BCFD2B5FF}"/>
          </ac:picMkLst>
        </pc:picChg>
      </pc:sldChg>
    </pc:docChg>
  </pc:docChgLst>
  <pc:docChgLst>
    <pc:chgData name="RISHITHA B S" userId="48d1c816335ce85a" providerId="LiveId" clId="{969E455A-E215-47A2-9938-073D8E52DB41}"/>
    <pc:docChg chg="custSel addSld delSld modSld">
      <pc:chgData name="RISHITHA B S" userId="48d1c816335ce85a" providerId="LiveId" clId="{969E455A-E215-47A2-9938-073D8E52DB41}" dt="2024-12-24T04:10:42.403" v="79" actId="20577"/>
      <pc:docMkLst>
        <pc:docMk/>
      </pc:docMkLst>
      <pc:sldChg chg="modSp mod">
        <pc:chgData name="RISHITHA B S" userId="48d1c816335ce85a" providerId="LiveId" clId="{969E455A-E215-47A2-9938-073D8E52DB41}" dt="2024-12-24T04:10:42.403" v="79" actId="20577"/>
        <pc:sldMkLst>
          <pc:docMk/>
          <pc:sldMk cId="0" sldId="259"/>
        </pc:sldMkLst>
      </pc:sldChg>
      <pc:sldChg chg="modSp mod">
        <pc:chgData name="RISHITHA B S" userId="48d1c816335ce85a" providerId="LiveId" clId="{969E455A-E215-47A2-9938-073D8E52DB41}" dt="2024-12-24T01:28:16.286" v="75" actId="113"/>
        <pc:sldMkLst>
          <pc:docMk/>
          <pc:sldMk cId="3254190081" sldId="277"/>
        </pc:sldMkLst>
      </pc:sldChg>
      <pc:sldChg chg="modSp mod">
        <pc:chgData name="RISHITHA B S" userId="48d1c816335ce85a" providerId="LiveId" clId="{969E455A-E215-47A2-9938-073D8E52DB41}" dt="2024-12-24T01:25:02.417" v="70" actId="20577"/>
        <pc:sldMkLst>
          <pc:docMk/>
          <pc:sldMk cId="2362985912" sldId="278"/>
        </pc:sldMkLst>
      </pc:sldChg>
      <pc:sldChg chg="new del">
        <pc:chgData name="RISHITHA B S" userId="48d1c816335ce85a" providerId="LiveId" clId="{969E455A-E215-47A2-9938-073D8E52DB41}" dt="2024-12-23T13:03:50.555" v="57" actId="2696"/>
        <pc:sldMkLst>
          <pc:docMk/>
          <pc:sldMk cId="2380646992" sldId="292"/>
        </pc:sldMkLst>
      </pc:sldChg>
      <pc:sldChg chg="addSp delSp modSp add mod">
        <pc:chgData name="RISHITHA B S" userId="48d1c816335ce85a" providerId="LiveId" clId="{969E455A-E215-47A2-9938-073D8E52DB41}" dt="2024-12-23T13:03:08.617" v="56" actId="14100"/>
        <pc:sldMkLst>
          <pc:docMk/>
          <pc:sldMk cId="2936579819" sldId="293"/>
        </pc:sldMkLst>
      </pc:sldChg>
    </pc:docChg>
  </pc:docChgLst>
  <pc:docChgLst>
    <pc:chgData name="RISHITHA B S" userId="48d1c816335ce85a" providerId="LiveId" clId="{499494E7-2738-4ECA-A4C5-E8F899CB8707}"/>
    <pc:docChg chg="undo custSel addSld delSld modSld sldOrd">
      <pc:chgData name="RISHITHA B S" userId="48d1c816335ce85a" providerId="LiveId" clId="{499494E7-2738-4ECA-A4C5-E8F899CB8707}" dt="2024-12-21T09:05:06.337" v="694" actId="1076"/>
      <pc:docMkLst>
        <pc:docMk/>
      </pc:docMkLst>
      <pc:sldChg chg="modSp mod">
        <pc:chgData name="RISHITHA B S" userId="48d1c816335ce85a" providerId="LiveId" clId="{499494E7-2738-4ECA-A4C5-E8F899CB8707}" dt="2024-12-21T09:03:36.603" v="688" actId="255"/>
        <pc:sldMkLst>
          <pc:docMk/>
          <pc:sldMk cId="0" sldId="257"/>
        </pc:sldMkLst>
      </pc:sldChg>
      <pc:sldChg chg="modSp del mod">
        <pc:chgData name="RISHITHA B S" userId="48d1c816335ce85a" providerId="LiveId" clId="{499494E7-2738-4ECA-A4C5-E8F899CB8707}" dt="2024-12-21T09:03:23.108" v="686" actId="2696"/>
        <pc:sldMkLst>
          <pc:docMk/>
          <pc:sldMk cId="0" sldId="258"/>
        </pc:sldMkLst>
      </pc:sldChg>
      <pc:sldChg chg="addSp delSp modSp mod ord">
        <pc:chgData name="RISHITHA B S" userId="48d1c816335ce85a" providerId="LiveId" clId="{499494E7-2738-4ECA-A4C5-E8F899CB8707}" dt="2024-12-21T09:03:54.430" v="690" actId="14100"/>
        <pc:sldMkLst>
          <pc:docMk/>
          <pc:sldMk cId="0" sldId="259"/>
        </pc:sldMkLst>
      </pc:sldChg>
      <pc:sldChg chg="addSp delSp modSp mod">
        <pc:chgData name="RISHITHA B S" userId="48d1c816335ce85a" providerId="LiveId" clId="{499494E7-2738-4ECA-A4C5-E8F899CB8707}" dt="2024-12-21T09:04:54.389" v="692" actId="1036"/>
        <pc:sldMkLst>
          <pc:docMk/>
          <pc:sldMk cId="0" sldId="260"/>
        </pc:sldMkLst>
      </pc:sldChg>
      <pc:sldChg chg="del">
        <pc:chgData name="RISHITHA B S" userId="48d1c816335ce85a" providerId="LiveId" clId="{499494E7-2738-4ECA-A4C5-E8F899CB8707}" dt="2024-12-20T04:50:02.160" v="134" actId="2696"/>
        <pc:sldMkLst>
          <pc:docMk/>
          <pc:sldMk cId="0" sldId="262"/>
        </pc:sldMkLst>
      </pc:sldChg>
      <pc:sldChg chg="del">
        <pc:chgData name="RISHITHA B S" userId="48d1c816335ce85a" providerId="LiveId" clId="{499494E7-2738-4ECA-A4C5-E8F899CB8707}" dt="2024-12-20T04:50:21.421" v="135" actId="2696"/>
        <pc:sldMkLst>
          <pc:docMk/>
          <pc:sldMk cId="0" sldId="264"/>
        </pc:sldMkLst>
      </pc:sldChg>
      <pc:sldChg chg="modSp del mod">
        <pc:chgData name="RISHITHA B S" userId="48d1c816335ce85a" providerId="LiveId" clId="{499494E7-2738-4ECA-A4C5-E8F899CB8707}" dt="2024-12-21T08:39:59.971" v="350" actId="2696"/>
        <pc:sldMkLst>
          <pc:docMk/>
          <pc:sldMk cId="0" sldId="266"/>
        </pc:sldMkLst>
      </pc:sldChg>
      <pc:sldChg chg="del ord">
        <pc:chgData name="RISHITHA B S" userId="48d1c816335ce85a" providerId="LiveId" clId="{499494E7-2738-4ECA-A4C5-E8F899CB8707}" dt="2024-12-21T08:50:02.374" v="504" actId="2696"/>
        <pc:sldMkLst>
          <pc:docMk/>
          <pc:sldMk cId="3014284423" sldId="268"/>
        </pc:sldMkLst>
      </pc:sldChg>
      <pc:sldChg chg="addSp delSp modSp del mod">
        <pc:chgData name="RISHITHA B S" userId="48d1c816335ce85a" providerId="LiveId" clId="{499494E7-2738-4ECA-A4C5-E8F899CB8707}" dt="2024-12-21T08:35:11.724" v="316" actId="2696"/>
        <pc:sldMkLst>
          <pc:docMk/>
          <pc:sldMk cId="237872318" sldId="269"/>
        </pc:sldMkLst>
      </pc:sldChg>
      <pc:sldChg chg="del">
        <pc:chgData name="RISHITHA B S" userId="48d1c816335ce85a" providerId="LiveId" clId="{499494E7-2738-4ECA-A4C5-E8F899CB8707}" dt="2024-12-20T04:49:16.118" v="129" actId="2696"/>
        <pc:sldMkLst>
          <pc:docMk/>
          <pc:sldMk cId="1802817425" sldId="270"/>
        </pc:sldMkLst>
      </pc:sldChg>
      <pc:sldChg chg="del">
        <pc:chgData name="RISHITHA B S" userId="48d1c816335ce85a" providerId="LiveId" clId="{499494E7-2738-4ECA-A4C5-E8F899CB8707}" dt="2024-12-20T04:49:21.989" v="130" actId="2696"/>
        <pc:sldMkLst>
          <pc:docMk/>
          <pc:sldMk cId="370006488" sldId="271"/>
        </pc:sldMkLst>
      </pc:sldChg>
      <pc:sldChg chg="del">
        <pc:chgData name="RISHITHA B S" userId="48d1c816335ce85a" providerId="LiveId" clId="{499494E7-2738-4ECA-A4C5-E8F899CB8707}" dt="2024-12-20T04:49:27.919" v="131" actId="2696"/>
        <pc:sldMkLst>
          <pc:docMk/>
          <pc:sldMk cId="3791273556" sldId="272"/>
        </pc:sldMkLst>
      </pc:sldChg>
      <pc:sldChg chg="del">
        <pc:chgData name="RISHITHA B S" userId="48d1c816335ce85a" providerId="LiveId" clId="{499494E7-2738-4ECA-A4C5-E8F899CB8707}" dt="2024-12-20T04:49:41.346" v="132" actId="2696"/>
        <pc:sldMkLst>
          <pc:docMk/>
          <pc:sldMk cId="3390882441" sldId="273"/>
        </pc:sldMkLst>
      </pc:sldChg>
      <pc:sldChg chg="del ord">
        <pc:chgData name="RISHITHA B S" userId="48d1c816335ce85a" providerId="LiveId" clId="{499494E7-2738-4ECA-A4C5-E8F899CB8707}" dt="2024-12-21T08:50:47.447" v="508" actId="2696"/>
        <pc:sldMkLst>
          <pc:docMk/>
          <pc:sldMk cId="2775286943" sldId="274"/>
        </pc:sldMkLst>
      </pc:sldChg>
      <pc:sldChg chg="del">
        <pc:chgData name="RISHITHA B S" userId="48d1c816335ce85a" providerId="LiveId" clId="{499494E7-2738-4ECA-A4C5-E8F899CB8707}" dt="2024-12-20T04:49:58.016" v="133" actId="2696"/>
        <pc:sldMkLst>
          <pc:docMk/>
          <pc:sldMk cId="3221909826" sldId="275"/>
        </pc:sldMkLst>
      </pc:sldChg>
      <pc:sldChg chg="addSp modSp new del mod">
        <pc:chgData name="RISHITHA B S" userId="48d1c816335ce85a" providerId="LiveId" clId="{499494E7-2738-4ECA-A4C5-E8F899CB8707}" dt="2024-12-21T08:46:07.042" v="412" actId="2696"/>
        <pc:sldMkLst>
          <pc:docMk/>
          <pc:sldMk cId="2976238058" sldId="276"/>
        </pc:sldMkLst>
      </pc:sldChg>
      <pc:sldChg chg="addSp delSp modSp new mod">
        <pc:chgData name="RISHITHA B S" userId="48d1c816335ce85a" providerId="LiveId" clId="{499494E7-2738-4ECA-A4C5-E8F899CB8707}" dt="2024-12-21T08:36:59.836" v="333" actId="14100"/>
        <pc:sldMkLst>
          <pc:docMk/>
          <pc:sldMk cId="3254190081" sldId="277"/>
        </pc:sldMkLst>
      </pc:sldChg>
      <pc:sldChg chg="addSp delSp modSp new mod ord">
        <pc:chgData name="RISHITHA B S" userId="48d1c816335ce85a" providerId="LiveId" clId="{499494E7-2738-4ECA-A4C5-E8F899CB8707}" dt="2024-12-21T08:30:38.054" v="283"/>
        <pc:sldMkLst>
          <pc:docMk/>
          <pc:sldMk cId="2362985912" sldId="278"/>
        </pc:sldMkLst>
      </pc:sldChg>
      <pc:sldChg chg="addSp modSp new del">
        <pc:chgData name="RISHITHA B S" userId="48d1c816335ce85a" providerId="LiveId" clId="{499494E7-2738-4ECA-A4C5-E8F899CB8707}" dt="2024-12-21T08:46:10.196" v="413" actId="2696"/>
        <pc:sldMkLst>
          <pc:docMk/>
          <pc:sldMk cId="326633981" sldId="279"/>
        </pc:sldMkLst>
      </pc:sldChg>
      <pc:sldChg chg="addSp modSp new del mod">
        <pc:chgData name="RISHITHA B S" userId="48d1c816335ce85a" providerId="LiveId" clId="{499494E7-2738-4ECA-A4C5-E8F899CB8707}" dt="2024-12-21T08:46:13.703" v="414" actId="2696"/>
        <pc:sldMkLst>
          <pc:docMk/>
          <pc:sldMk cId="1824165033" sldId="280"/>
        </pc:sldMkLst>
      </pc:sldChg>
      <pc:sldChg chg="addSp modSp new mod">
        <pc:chgData name="RISHITHA B S" userId="48d1c816335ce85a" providerId="LiveId" clId="{499494E7-2738-4ECA-A4C5-E8F899CB8707}" dt="2024-12-21T08:39:01.155" v="347" actId="14100"/>
        <pc:sldMkLst>
          <pc:docMk/>
          <pc:sldMk cId="507184714" sldId="281"/>
        </pc:sldMkLst>
      </pc:sldChg>
      <pc:sldChg chg="addSp modSp new">
        <pc:chgData name="RISHITHA B S" userId="48d1c816335ce85a" providerId="LiveId" clId="{499494E7-2738-4ECA-A4C5-E8F899CB8707}" dt="2024-12-20T04:45:34.048" v="95"/>
        <pc:sldMkLst>
          <pc:docMk/>
          <pc:sldMk cId="4129872374" sldId="282"/>
        </pc:sldMkLst>
      </pc:sldChg>
      <pc:sldChg chg="modSp add mod">
        <pc:chgData name="RISHITHA B S" userId="48d1c816335ce85a" providerId="LiveId" clId="{499494E7-2738-4ECA-A4C5-E8F899CB8707}" dt="2024-12-20T04:48:47.065" v="128" actId="5793"/>
        <pc:sldMkLst>
          <pc:docMk/>
          <pc:sldMk cId="3560487048" sldId="283"/>
        </pc:sldMkLst>
      </pc:sldChg>
      <pc:sldChg chg="addSp delSp modSp add mod">
        <pc:chgData name="RISHITHA B S" userId="48d1c816335ce85a" providerId="LiveId" clId="{499494E7-2738-4ECA-A4C5-E8F899CB8707}" dt="2024-12-21T08:48:24.600" v="477" actId="5793"/>
        <pc:sldMkLst>
          <pc:docMk/>
          <pc:sldMk cId="1548549236" sldId="284"/>
        </pc:sldMkLst>
      </pc:sldChg>
      <pc:sldChg chg="add del">
        <pc:chgData name="RISHITHA B S" userId="48d1c816335ce85a" providerId="LiveId" clId="{499494E7-2738-4ECA-A4C5-E8F899CB8707}" dt="2024-12-20T04:53:02.202" v="147" actId="2696"/>
        <pc:sldMkLst>
          <pc:docMk/>
          <pc:sldMk cId="3644975552" sldId="285"/>
        </pc:sldMkLst>
      </pc:sldChg>
      <pc:sldChg chg="addSp delSp modSp new">
        <pc:chgData name="RISHITHA B S" userId="48d1c816335ce85a" providerId="LiveId" clId="{499494E7-2738-4ECA-A4C5-E8F899CB8707}" dt="2024-12-20T04:52:57.742" v="146" actId="21"/>
        <pc:sldMkLst>
          <pc:docMk/>
          <pc:sldMk cId="1611029613" sldId="286"/>
        </pc:sldMkLst>
      </pc:sldChg>
      <pc:sldChg chg="addSp modSp new">
        <pc:chgData name="RISHITHA B S" userId="48d1c816335ce85a" providerId="LiveId" clId="{499494E7-2738-4ECA-A4C5-E8F899CB8707}" dt="2024-12-20T06:45:28.121" v="152"/>
        <pc:sldMkLst>
          <pc:docMk/>
          <pc:sldMk cId="781245019" sldId="287"/>
        </pc:sldMkLst>
      </pc:sldChg>
      <pc:sldChg chg="addSp modSp new mod">
        <pc:chgData name="RISHITHA B S" userId="48d1c816335ce85a" providerId="LiveId" clId="{499494E7-2738-4ECA-A4C5-E8F899CB8707}" dt="2024-12-21T08:49:19.666" v="489" actId="1076"/>
        <pc:sldMkLst>
          <pc:docMk/>
          <pc:sldMk cId="3876257032" sldId="288"/>
        </pc:sldMkLst>
      </pc:sldChg>
      <pc:sldChg chg="addSp modSp new mod">
        <pc:chgData name="RISHITHA B S" userId="48d1c816335ce85a" providerId="LiveId" clId="{499494E7-2738-4ECA-A4C5-E8F899CB8707}" dt="2024-12-21T09:05:02.071" v="693" actId="1076"/>
        <pc:sldMkLst>
          <pc:docMk/>
          <pc:sldMk cId="1337542691" sldId="289"/>
        </pc:sldMkLst>
      </pc:sldChg>
      <pc:sldChg chg="addSp modSp new mod ord">
        <pc:chgData name="RISHITHA B S" userId="48d1c816335ce85a" providerId="LiveId" clId="{499494E7-2738-4ECA-A4C5-E8F899CB8707}" dt="2024-12-21T09:05:06.337" v="694" actId="1076"/>
        <pc:sldMkLst>
          <pc:docMk/>
          <pc:sldMk cId="1884697041" sldId="290"/>
        </pc:sldMkLst>
      </pc:sldChg>
      <pc:sldChg chg="addSp modSp new mod">
        <pc:chgData name="RISHITHA B S" userId="48d1c816335ce85a" providerId="LiveId" clId="{499494E7-2738-4ECA-A4C5-E8F899CB8707}" dt="2024-12-21T08:49:12.831" v="487" actId="1076"/>
        <pc:sldMkLst>
          <pc:docMk/>
          <pc:sldMk cId="2361195928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6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7351-72E4-35B1-F970-DF3B222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72C2F-8C07-69D8-F084-7D0F71A7E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C39EA-E512-774D-DDE0-7087671F9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E77F9-D2A9-6360-039B-628FB7C2B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2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43.png"/><Relationship Id="rId4" Type="http://schemas.openxmlformats.org/officeDocument/2006/relationships/image" Target="../media/image34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2.png"/><Relationship Id="rId7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2.png"/><Relationship Id="rId7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51.png"/><Relationship Id="rId4" Type="http://schemas.openxmlformats.org/officeDocument/2006/relationships/image" Target="../media/image34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/item/10-03-2021-artificial-intelligence-in-mental-health-research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46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7" y="748145"/>
            <a:ext cx="7627383" cy="367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8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TEAM NO:014</a:t>
            </a:r>
          </a:p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8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MindTrack :AI Powered Mental Health and Daily Activity Correlation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8" y="4747735"/>
            <a:ext cx="7901597" cy="224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This project explores the intricate relationship between daily activities and mental well-being. By analyzing data on technology usage, sleep patterns, and physical activity, we aim to uncover insights that can guide lifestyle choices for improved mental health outcomes.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44709" y="639449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39B12-384D-CB07-2B4E-E0BB91B7B9DB}"/>
              </a:ext>
            </a:extLst>
          </p:cNvPr>
          <p:cNvSpPr/>
          <p:nvPr/>
        </p:nvSpPr>
        <p:spPr>
          <a:xfrm>
            <a:off x="12871938" y="7795846"/>
            <a:ext cx="1617785" cy="281354"/>
          </a:xfrm>
          <a:prstGeom prst="rect">
            <a:avLst/>
          </a:prstGeom>
          <a:solidFill>
            <a:srgbClr val="EE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2C7BB8-060C-26A0-FC70-FB7F45ACA640}"/>
              </a:ext>
            </a:extLst>
          </p:cNvPr>
          <p:cNvSpPr/>
          <p:nvPr/>
        </p:nvSpPr>
        <p:spPr>
          <a:xfrm>
            <a:off x="304800" y="152108"/>
            <a:ext cx="12247418" cy="5891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Literature Review Summary</a:t>
            </a:r>
            <a:endParaRPr lang="en-US" sz="32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319119C-02B3-D2DF-C255-D9D44B92091C}"/>
              </a:ext>
            </a:extLst>
          </p:cNvPr>
          <p:cNvSpPr/>
          <p:nvPr/>
        </p:nvSpPr>
        <p:spPr>
          <a:xfrm>
            <a:off x="11193185" y="2843808"/>
            <a:ext cx="24547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6B1025B-747F-3C86-3689-9302E36AD8F2}"/>
              </a:ext>
            </a:extLst>
          </p:cNvPr>
          <p:cNvSpPr/>
          <p:nvPr/>
        </p:nvSpPr>
        <p:spPr>
          <a:xfrm>
            <a:off x="8297704" y="4158972"/>
            <a:ext cx="24547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1E8B28D2-514F-1C5D-B389-3E301BF3FC45}"/>
              </a:ext>
            </a:extLst>
          </p:cNvPr>
          <p:cNvSpPr/>
          <p:nvPr/>
        </p:nvSpPr>
        <p:spPr>
          <a:xfrm>
            <a:off x="11193185" y="4158972"/>
            <a:ext cx="24547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00399-F033-B333-CCF3-75F6E439F258}"/>
              </a:ext>
            </a:extLst>
          </p:cNvPr>
          <p:cNvSpPr/>
          <p:nvPr/>
        </p:nvSpPr>
        <p:spPr>
          <a:xfrm>
            <a:off x="12871938" y="7807569"/>
            <a:ext cx="1617785" cy="281354"/>
          </a:xfrm>
          <a:prstGeom prst="rect">
            <a:avLst/>
          </a:prstGeom>
          <a:solidFill>
            <a:srgbClr val="EE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934A2F-9C51-8B8D-A94F-6A49C2D3B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533833"/>
              </p:ext>
            </p:extLst>
          </p:nvPr>
        </p:nvGraphicFramePr>
        <p:xfrm>
          <a:off x="205740" y="1028700"/>
          <a:ext cx="14058899" cy="6915148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759613">
                  <a:extLst>
                    <a:ext uri="{9D8B030D-6E8A-4147-A177-3AD203B41FA5}">
                      <a16:colId xmlns:a16="http://schemas.microsoft.com/office/drawing/2014/main" val="4256367308"/>
                    </a:ext>
                  </a:extLst>
                </a:gridCol>
                <a:gridCol w="1520569">
                  <a:extLst>
                    <a:ext uri="{9D8B030D-6E8A-4147-A177-3AD203B41FA5}">
                      <a16:colId xmlns:a16="http://schemas.microsoft.com/office/drawing/2014/main" val="3500575062"/>
                    </a:ext>
                  </a:extLst>
                </a:gridCol>
                <a:gridCol w="1898363">
                  <a:extLst>
                    <a:ext uri="{9D8B030D-6E8A-4147-A177-3AD203B41FA5}">
                      <a16:colId xmlns:a16="http://schemas.microsoft.com/office/drawing/2014/main" val="532092874"/>
                    </a:ext>
                  </a:extLst>
                </a:gridCol>
                <a:gridCol w="1519229">
                  <a:extLst>
                    <a:ext uri="{9D8B030D-6E8A-4147-A177-3AD203B41FA5}">
                      <a16:colId xmlns:a16="http://schemas.microsoft.com/office/drawing/2014/main" val="3402207927"/>
                    </a:ext>
                  </a:extLst>
                </a:gridCol>
                <a:gridCol w="1328313">
                  <a:extLst>
                    <a:ext uri="{9D8B030D-6E8A-4147-A177-3AD203B41FA5}">
                      <a16:colId xmlns:a16="http://schemas.microsoft.com/office/drawing/2014/main" val="791629142"/>
                    </a:ext>
                  </a:extLst>
                </a:gridCol>
                <a:gridCol w="1140093">
                  <a:extLst>
                    <a:ext uri="{9D8B030D-6E8A-4147-A177-3AD203B41FA5}">
                      <a16:colId xmlns:a16="http://schemas.microsoft.com/office/drawing/2014/main" val="3014192216"/>
                    </a:ext>
                  </a:extLst>
                </a:gridCol>
                <a:gridCol w="1482928">
                  <a:extLst>
                    <a:ext uri="{9D8B030D-6E8A-4147-A177-3AD203B41FA5}">
                      <a16:colId xmlns:a16="http://schemas.microsoft.com/office/drawing/2014/main" val="464648743"/>
                    </a:ext>
                  </a:extLst>
                </a:gridCol>
                <a:gridCol w="1173702">
                  <a:extLst>
                    <a:ext uri="{9D8B030D-6E8A-4147-A177-3AD203B41FA5}">
                      <a16:colId xmlns:a16="http://schemas.microsoft.com/office/drawing/2014/main" val="4203916068"/>
                    </a:ext>
                  </a:extLst>
                </a:gridCol>
                <a:gridCol w="1708794">
                  <a:extLst>
                    <a:ext uri="{9D8B030D-6E8A-4147-A177-3AD203B41FA5}">
                      <a16:colId xmlns:a16="http://schemas.microsoft.com/office/drawing/2014/main" val="1062275768"/>
                    </a:ext>
                  </a:extLst>
                </a:gridCol>
                <a:gridCol w="1527295">
                  <a:extLst>
                    <a:ext uri="{9D8B030D-6E8A-4147-A177-3AD203B41FA5}">
                      <a16:colId xmlns:a16="http://schemas.microsoft.com/office/drawing/2014/main" val="3272089288"/>
                    </a:ext>
                  </a:extLst>
                </a:gridCol>
              </a:tblGrid>
              <a:tr h="4754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Reference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Dataset Used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EDA Steps Used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Features Extracted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ML Models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DL Models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Hyperparameters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Metrics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Advantages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Disadvantages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912624374"/>
                  </a:ext>
                </a:extLst>
              </a:tr>
              <a:tr h="556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[1]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Mobile app user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Normalization, balancing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App usage, frequency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SVM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None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Kernel type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F1-score, Recall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Accessible mental health support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Limited to self-reported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819514823"/>
                  </a:ext>
                </a:extLst>
              </a:tr>
              <a:tr h="6604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[2]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NA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Data cleaning, text normalization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User interactions, mood scores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Decision Tree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RNN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Max depth, learning rate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Precision, Recall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Effective conversational support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Limited to predefined responses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2826264407"/>
                  </a:ext>
                </a:extLst>
              </a:tr>
              <a:tr h="7445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[3]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WHO datasets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Standardization, imputation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Symptom severity, demographics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Logistic Regression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CNN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Penalty, epochs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Accuracy, Sensitivity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Broad global dataset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Limited real-time analysis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4232601101"/>
                  </a:ext>
                </a:extLst>
              </a:tr>
              <a:tr h="556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[4].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Social media posts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Topic modeling, tokenization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Sentiment scores, key terms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SVM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BERT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Kernel, sequence length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F1-score, AUC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High accuracy in sentiment detection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Sensitive to data shifts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918873815"/>
                  </a:ext>
                </a:extLst>
              </a:tr>
              <a:tr h="7445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[5]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Survey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Text cleaning, feature scaling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Anxiety levels, demographics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Gradient Boosting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None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Learning rate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RMSE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Real-time pandemic impact analysis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Limited to self-reported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979229151"/>
                  </a:ext>
                </a:extLst>
              </a:tr>
              <a:tr h="6604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[6]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Behavioral health records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Normalization, outlier detection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Age, health records, visit frequency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KNN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LSTM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K-neighbors, epochs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MSE, Recall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Personalized intervention potential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Privacy concerns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482040542"/>
                  </a:ext>
                </a:extLst>
              </a:tr>
              <a:tr h="6604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[7]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Health records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Feature selection, encoding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Diagnosis codes, visit frequency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Random Forest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CNN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Max depth, tree count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ROC-AUC, Precision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High diagnostic accuracy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Resource-intensive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1919791858"/>
                  </a:ext>
                </a:extLst>
              </a:tr>
              <a:tr h="556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[8]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Wearable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Signal processing, data smoothing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Heart rate, activity levels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Linear Regression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CNN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Regularization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Accuracy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Real-time monitoring capability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Device dependency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1810378127"/>
                  </a:ext>
                </a:extLst>
              </a:tr>
              <a:tr h="556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[9]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Social media &amp; survey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Text preprocessing, scaling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Emotion scores, usage frequency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Naive Bayes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Bi-LSTM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Alpha, sequence length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F1-score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Effective in early detection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Limited to text-based emotions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579286698"/>
                  </a:ext>
                </a:extLst>
              </a:tr>
              <a:tr h="7445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[10] 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Social media text data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Text cleaning, sentiment extraction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Sentiment polarity, topic keywords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Logistic Regression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Transformers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Learning rate, sequence length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Accuracy, Recall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>
                          <a:effectLst/>
                        </a:rPr>
                        <a:t>High scalability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402080" algn="l"/>
                        </a:tabLst>
                      </a:pPr>
                      <a:r>
                        <a:rPr lang="en-IN" sz="1200" kern="100" dirty="0">
                          <a:effectLst/>
                        </a:rPr>
                        <a:t>Privacy concerns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332" marR="39332" marT="0" marB="0"/>
                </a:tc>
                <a:extLst>
                  <a:ext uri="{0D108BD9-81ED-4DB2-BD59-A6C34878D82A}">
                    <a16:rowId xmlns:a16="http://schemas.microsoft.com/office/drawing/2014/main" val="898844455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3BC230A0-9234-4FA5-8303-1B68D1CC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2190750"/>
            <a:ext cx="321113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02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7760" y="441210"/>
            <a:ext cx="4076999" cy="40007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4468" y="298580"/>
            <a:ext cx="5932423" cy="139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 Bold" panose="020B0604020202020204" charset="-78"/>
                <a:ea typeface="Alexandria Semi Bold" pitchFamily="34" charset="-122"/>
                <a:cs typeface="Alexandria Semi Bold" panose="020B0604020202020204" charset="-78"/>
              </a:rPr>
              <a:t> Dataset Description and EDA</a:t>
            </a:r>
            <a:endParaRPr lang="en-US" sz="2400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5" name="Text 1"/>
          <p:cNvSpPr/>
          <p:nvPr/>
        </p:nvSpPr>
        <p:spPr>
          <a:xfrm>
            <a:off x="354656" y="3055434"/>
            <a:ext cx="1821065" cy="139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Activity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29207" y="3593242"/>
            <a:ext cx="1514675" cy="340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Technology usage, social media engagement, screen time, sleep duration, and physical activity hours.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175721" y="3055435"/>
            <a:ext cx="2279241" cy="213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Demographics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175722" y="3468030"/>
            <a:ext cx="1402782" cy="283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User ID, age groups, and gender information to provide context for analysis.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135796" y="3055435"/>
            <a:ext cx="2435622" cy="1497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Data Collection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036678" y="3389971"/>
            <a:ext cx="1717351" cy="360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Self-reported surveys, wearable devices, and mobile health apps for comprehensive data gathering.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And Kaggle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050B82-3D46-F795-9C3B-586850D76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811" y="7881211"/>
            <a:ext cx="1627773" cy="292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9669A6-FB8A-E09A-019B-2E3B60CFD281}"/>
              </a:ext>
            </a:extLst>
          </p:cNvPr>
          <p:cNvSpPr txBox="1"/>
          <p:nvPr/>
        </p:nvSpPr>
        <p:spPr>
          <a:xfrm>
            <a:off x="429207" y="1345746"/>
            <a:ext cx="57476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the dataset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samples: Training (48,000), Testing (12,000).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Target: Mental Health Class (10 categories)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1265D-A62F-C984-0241-4FF00CA35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101" y="817709"/>
            <a:ext cx="3966483" cy="3456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08ED4A-A86D-1513-E355-E8B412E68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27" y="6223553"/>
            <a:ext cx="3814627" cy="15485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6DFCFB-45A5-0433-C164-8720FDBD19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425" y="4576026"/>
            <a:ext cx="7192458" cy="34567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1890" y="388620"/>
            <a:ext cx="11970327" cy="9942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Data Engineering or Feature Extraction 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193185" y="2843808"/>
            <a:ext cx="24547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97704" y="4158972"/>
            <a:ext cx="24547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193185" y="4158972"/>
            <a:ext cx="24547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A94966-1A4C-FF77-5890-0BF110BF7EFA}"/>
              </a:ext>
            </a:extLst>
          </p:cNvPr>
          <p:cNvSpPr/>
          <p:nvPr/>
        </p:nvSpPr>
        <p:spPr>
          <a:xfrm>
            <a:off x="12871938" y="7807569"/>
            <a:ext cx="1617785" cy="281354"/>
          </a:xfrm>
          <a:prstGeom prst="rect">
            <a:avLst/>
          </a:prstGeom>
          <a:solidFill>
            <a:srgbClr val="EE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4B9A7C-E128-6FE6-0F98-A2C12C9CE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534400" y="1723738"/>
            <a:ext cx="588249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017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01763" algn="l"/>
              </a:tabLs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benchmark: 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01763" algn="l"/>
              </a:tabLs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A92F42-73A0-6472-5AC0-4C810A8BA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188" y="2190750"/>
            <a:ext cx="321113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2173801-E239-1A3D-4947-847EBE938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90" y="1387880"/>
            <a:ext cx="620753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exandria Semi Bold" panose="020B0604020202020204" charset="-78"/>
                <a:cs typeface="Alexandria Semi Bold" panose="020B0604020202020204" charset="-78"/>
              </a:rPr>
              <a:t>Data Cleaning and Transformation Techniques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Missing values in key columns (e.g.,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Screen_Time_Hours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Social_Media_Usage_Hours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Sleep_Hours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were filled using the median, as it is robust to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New features were derived, such as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Tech_to_Screen_Ratio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(ratio of technology usage to screen time), to explore correlations with mental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Normalization/Scaling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Features like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Screen_Time_Hours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normalized using StandardScaler to bring all features onto a similar scale, enhancing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F3ACB3-1408-C0B1-50F0-488D6565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55" y="5633632"/>
            <a:ext cx="5531514" cy="24552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221079-1348-01A0-394B-94DAB289F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225" y="1247818"/>
            <a:ext cx="6952655" cy="28695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276E11-0E91-7A93-1AAE-13E56B4E5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621" y="4611970"/>
            <a:ext cx="5664169" cy="3039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9DD1C-06BE-6B88-1E13-3888E4DC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164" y="7792338"/>
            <a:ext cx="1627773" cy="29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41366D-D13B-5B12-0C5B-4B0EC1A23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07" y="886408"/>
            <a:ext cx="4730259" cy="30231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28906-4AC7-C4DF-5A25-73386406EC9B}"/>
              </a:ext>
            </a:extLst>
          </p:cNvPr>
          <p:cNvSpPr txBox="1"/>
          <p:nvPr/>
        </p:nvSpPr>
        <p:spPr>
          <a:xfrm>
            <a:off x="783771" y="41148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lexandria Semi Bold" panose="020B0604020202020204" charset="-78"/>
                <a:cs typeface="Alexandria Semi Bold" panose="020B0604020202020204" charset="-78"/>
              </a:rPr>
              <a:t>Random Forest:.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A71DE4-7267-D305-E05C-D379CB5D6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843" y="1117815"/>
            <a:ext cx="5224725" cy="2639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BF47F0-BF2A-D87E-AB82-27CDBCB07073}"/>
              </a:ext>
            </a:extLst>
          </p:cNvPr>
          <p:cNvSpPr txBox="1"/>
          <p:nvPr/>
        </p:nvSpPr>
        <p:spPr>
          <a:xfrm>
            <a:off x="9121735" y="3977712"/>
            <a:ext cx="326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lexandria Semi Bold" panose="020B0604020202020204" charset="-78"/>
                <a:cs typeface="Alexandria Semi Bold" panose="020B0604020202020204" charset="-78"/>
              </a:rPr>
              <a:t>Gradient </a:t>
            </a:r>
            <a:r>
              <a:rPr lang="en-IN" sz="1800" kern="100" dirty="0">
                <a:effectLst/>
                <a:latin typeface="Alexandria Semi Bold" panose="020B0604020202020204" charset="-78"/>
                <a:ea typeface="Calibri" panose="020F0502020204030204" pitchFamily="34" charset="0"/>
                <a:cs typeface="Alexandria Semi Bold" panose="020B0604020202020204" charset="-78"/>
              </a:rPr>
              <a:t>Boosting</a:t>
            </a:r>
            <a:r>
              <a:rPr lang="en-US" dirty="0">
                <a:latin typeface="Alexandria Semi Bold" panose="020B0604020202020204" charset="-78"/>
                <a:cs typeface="Alexandria Semi Bold" panose="020B0604020202020204" charset="-78"/>
              </a:rPr>
              <a:t> </a:t>
            </a:r>
            <a:endParaRPr lang="en-IN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9B0F40-8384-CCB1-2E24-09B3D32C7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38186"/>
            <a:ext cx="6005721" cy="30905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C5B823-56B7-BFD0-3400-7D9E17E4A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784" y="4484132"/>
            <a:ext cx="6348845" cy="29510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0B5DE0-B4FC-8B41-611C-71E5AA096FDD}"/>
              </a:ext>
            </a:extLst>
          </p:cNvPr>
          <p:cNvSpPr txBox="1"/>
          <p:nvPr/>
        </p:nvSpPr>
        <p:spPr>
          <a:xfrm>
            <a:off x="1389201" y="7706200"/>
            <a:ext cx="3667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Alexandria Semi Bold" panose="020B0604020202020204" charset="-78"/>
                <a:ea typeface="Calibri" panose="020F0502020204030204" pitchFamily="34" charset="0"/>
                <a:cs typeface="Alexandria Semi Bold" panose="020B0604020202020204" charset="-78"/>
              </a:rPr>
              <a:t>XGBoost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10E5C5-54EC-B690-2464-E2BDB6E8CB7F}"/>
              </a:ext>
            </a:extLst>
          </p:cNvPr>
          <p:cNvSpPr txBox="1"/>
          <p:nvPr/>
        </p:nvSpPr>
        <p:spPr>
          <a:xfrm>
            <a:off x="8656992" y="7640423"/>
            <a:ext cx="3043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Alexandria Semi Bold" panose="020B0604020202020204" charset="-78"/>
                <a:ea typeface="Calibri" panose="020F0502020204030204" pitchFamily="34" charset="0"/>
                <a:cs typeface="Alexandria Semi Bold" panose="020B0604020202020204" charset="-78"/>
              </a:rPr>
              <a:t>MLP(</a:t>
            </a:r>
            <a:r>
              <a:rPr lang="en-US" dirty="0">
                <a:latin typeface="Alexandria Semi Bold" panose="020B0604020202020204" charset="-78"/>
                <a:cs typeface="Alexandria Semi Bold" panose="020B0604020202020204" charset="-78"/>
              </a:rPr>
              <a:t>1 hidden layer with 100 neurons.)</a:t>
            </a:r>
            <a:endParaRPr lang="en-IN" sz="1800" kern="100" dirty="0">
              <a:effectLst/>
              <a:latin typeface="Alexandria Semi Bold" panose="020B0604020202020204" charset="-78"/>
              <a:ea typeface="Calibri" panose="020F0502020204030204" pitchFamily="34" charset="0"/>
              <a:cs typeface="Alexandria Semi Bold" panose="020B0604020202020204" charset="-78"/>
            </a:endParaRP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E041D8-B016-EF4C-716F-AE82B17A16D9}"/>
              </a:ext>
            </a:extLst>
          </p:cNvPr>
          <p:cNvSpPr txBox="1"/>
          <p:nvPr/>
        </p:nvSpPr>
        <p:spPr>
          <a:xfrm>
            <a:off x="783771" y="159888"/>
            <a:ext cx="10916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lexandria Semi Bold" panose="020B0604020202020204" charset="-78"/>
                <a:cs typeface="Alexandria Semi Bold" panose="020B0604020202020204" charset="-78"/>
              </a:rPr>
              <a:t>Model Architecture and Design (ML MODELS)</a:t>
            </a:r>
            <a:endParaRPr lang="en-IN" sz="3200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419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6476C5-9708-693A-B070-BB8CD347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28" y="1683834"/>
            <a:ext cx="6151283" cy="53830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414F79-4766-5DE3-E3E2-71382373C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8" y="1568498"/>
            <a:ext cx="5280660" cy="2834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DA2D4F-9489-64CB-04E9-B53B3936B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236" y="4939991"/>
            <a:ext cx="3672205" cy="2674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25EC2-3442-9B7D-9A14-7B6C537880E4}"/>
              </a:ext>
            </a:extLst>
          </p:cNvPr>
          <p:cNvSpPr txBox="1"/>
          <p:nvPr/>
        </p:nvSpPr>
        <p:spPr>
          <a:xfrm>
            <a:off x="1092820" y="614989"/>
            <a:ext cx="9879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RANDOM FOREST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BCE09-EF12-5660-7518-BD818F25B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5206" y="7804503"/>
            <a:ext cx="1627773" cy="2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5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F4FE82-4770-7D76-C691-B48A7429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33" y="1772474"/>
            <a:ext cx="4884420" cy="5707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6B8ABD-2D31-ACB2-9C53-FF1D6F6C8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66" y="544908"/>
            <a:ext cx="5605780" cy="3108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9B9649-17D8-A8C4-5902-5AA4F4BBB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706" y="4106823"/>
            <a:ext cx="4815840" cy="3589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E47C1-85E1-09E4-7C7D-A2E77DD2FB04}"/>
              </a:ext>
            </a:extLst>
          </p:cNvPr>
          <p:cNvSpPr txBox="1"/>
          <p:nvPr/>
        </p:nvSpPr>
        <p:spPr>
          <a:xfrm>
            <a:off x="724829" y="657922"/>
            <a:ext cx="10247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GRADIENT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BOOSTING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930C7D-E4EF-899D-EF6C-125DA1BA8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3933" y="7793352"/>
            <a:ext cx="1627773" cy="2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9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D252E4-12C4-4E8E-5D16-3F7BCFD2B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15" y="1564420"/>
            <a:ext cx="5763895" cy="5478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E753E1-B0D3-485A-EF91-3E81D3F7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133" y="860316"/>
            <a:ext cx="5581015" cy="304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AFF359-8631-478F-DB16-DBAF8A475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131" y="4268641"/>
            <a:ext cx="5113020" cy="347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859C88-BD25-5D8B-70A1-B2F8FDFCC1CD}"/>
              </a:ext>
            </a:extLst>
          </p:cNvPr>
          <p:cNvSpPr txBox="1"/>
          <p:nvPr/>
        </p:nvSpPr>
        <p:spPr>
          <a:xfrm>
            <a:off x="814039" y="486239"/>
            <a:ext cx="771414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1524000" algn="l"/>
              </a:tabLst>
            </a:pPr>
            <a:r>
              <a:rPr lang="en-IN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10F33-A4C7-3177-CCBB-D0262E676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6215" y="7754512"/>
            <a:ext cx="1627773" cy="2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42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4A9D8D-3A85-5B79-3F09-E5566639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9" y="1546120"/>
            <a:ext cx="5637736" cy="59044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D42E4D-CE40-3818-A961-90AB8F9B3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26" y="944880"/>
            <a:ext cx="5776595" cy="3169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44AE6C-7D3C-D4EC-52D8-301836B2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747" y="4295213"/>
            <a:ext cx="522732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65525-0711-EA0A-A218-81DF48508654}"/>
              </a:ext>
            </a:extLst>
          </p:cNvPr>
          <p:cNvSpPr txBox="1"/>
          <p:nvPr/>
        </p:nvSpPr>
        <p:spPr>
          <a:xfrm>
            <a:off x="936702" y="779026"/>
            <a:ext cx="10036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MLP (Multilayer Perceptron)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284C4-DF05-3F0E-7633-522488E58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0524" y="7815653"/>
            <a:ext cx="1627773" cy="2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97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D62EA5-F66E-DF47-9599-DEF5BD9F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627" y="7841633"/>
            <a:ext cx="1627773" cy="292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4B12E-207E-905C-0D51-F87A1A42F255}"/>
              </a:ext>
            </a:extLst>
          </p:cNvPr>
          <p:cNvSpPr txBox="1"/>
          <p:nvPr/>
        </p:nvSpPr>
        <p:spPr>
          <a:xfrm>
            <a:off x="970383" y="6925329"/>
            <a:ext cx="3906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(Long Short-Term Memory)(2)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A77D2-B013-93E9-53FA-459AE57260F1}"/>
              </a:ext>
            </a:extLst>
          </p:cNvPr>
          <p:cNvSpPr txBox="1"/>
          <p:nvPr/>
        </p:nvSpPr>
        <p:spPr>
          <a:xfrm>
            <a:off x="1828801" y="3791173"/>
            <a:ext cx="3561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GRU (Gated Recurrent Unit)(2)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0584B-5B74-4B89-3A83-7F2B0C622420}"/>
              </a:ext>
            </a:extLst>
          </p:cNvPr>
          <p:cNvSpPr txBox="1"/>
          <p:nvPr/>
        </p:nvSpPr>
        <p:spPr>
          <a:xfrm>
            <a:off x="7725746" y="6925329"/>
            <a:ext cx="5609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with Batch Normalization(2)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504F4-8980-5428-E0D8-3066E5F925D3}"/>
              </a:ext>
            </a:extLst>
          </p:cNvPr>
          <p:cNvSpPr txBox="1"/>
          <p:nvPr/>
        </p:nvSpPr>
        <p:spPr>
          <a:xfrm>
            <a:off x="8957388" y="3489649"/>
            <a:ext cx="3688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Deeper Neural Network(3)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lexandria Semi Bold" panose="020B0604020202020204" charset="-78"/>
                <a:cs typeface="Alexandria Semi Bold" panose="020B0604020202020204" charset="-78"/>
              </a:rPr>
              <a:t> </a:t>
            </a:r>
            <a:endParaRPr lang="en-IN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943F7-11C3-CCC0-29D9-64957BEF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83" y="4438427"/>
            <a:ext cx="4419764" cy="2345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5B19B-03B2-E3FB-F0D7-8B98C38AA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78" y="1138335"/>
            <a:ext cx="5094514" cy="251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56823-E128-5C2F-480E-B9CBD4E1C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20919"/>
            <a:ext cx="6019800" cy="2489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B5245D-9F17-E18F-42A1-819358154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10" y="962364"/>
            <a:ext cx="5094514" cy="2358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30370A-5F9A-EE76-D07C-3C2225484786}"/>
              </a:ext>
            </a:extLst>
          </p:cNvPr>
          <p:cNvSpPr txBox="1"/>
          <p:nvPr/>
        </p:nvSpPr>
        <p:spPr>
          <a:xfrm>
            <a:off x="498231" y="319876"/>
            <a:ext cx="1333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exandria Semi Bold" panose="020B0604020202020204" charset="-78"/>
                <a:cs typeface="Alexandria Semi Bold" panose="020B0604020202020204" charset="-78"/>
              </a:rPr>
              <a:t>Model Architecture and Design (DL MODELS)</a:t>
            </a:r>
            <a:endParaRPr lang="en-IN" sz="2800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298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05BD604-8EE3-E667-FA10-35E2485F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627" y="7841633"/>
            <a:ext cx="1627773" cy="292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4A06BA-2AAD-5818-21C3-E3B0A5C1D4E4}"/>
              </a:ext>
            </a:extLst>
          </p:cNvPr>
          <p:cNvSpPr txBox="1"/>
          <p:nvPr/>
        </p:nvSpPr>
        <p:spPr>
          <a:xfrm>
            <a:off x="541175" y="205644"/>
            <a:ext cx="10300995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effectLst/>
                <a:latin typeface="Alexandria Semi Bold" panose="020B0604020202020204" charset="-78"/>
                <a:ea typeface="Calibri" panose="020F0502020204030204" pitchFamily="34" charset="0"/>
                <a:cs typeface="Alexandria Semi Bold" panose="020B0604020202020204" charset="-78"/>
              </a:rPr>
              <a:t>TOP ML MODEL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6B280-928A-810A-6F3B-9BE62C554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8" y="679648"/>
            <a:ext cx="3926164" cy="49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D63E9A-024B-8B08-A9C8-CA42F9A49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68" y="1348405"/>
            <a:ext cx="4676777" cy="3092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CF8DF8-5874-A926-314E-59DE7D4E9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68" y="4513275"/>
            <a:ext cx="3389670" cy="682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9000D-B0C8-9C5C-F814-BC80A6E05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68" y="5196086"/>
            <a:ext cx="4382432" cy="277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B96CFA-8006-5685-3B7C-C622CE4BA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8304" y="364323"/>
            <a:ext cx="2298391" cy="1231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746791-8CFE-29DA-831D-19431B2FE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916" y="1179563"/>
            <a:ext cx="3743268" cy="3011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9583B6-4E7F-07A3-A767-0EB56CF553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4666" y="4369869"/>
            <a:ext cx="3517697" cy="7986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9B72A3-A3DF-2445-E6F5-87E6EAE8AD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6902" y="5012673"/>
            <a:ext cx="3993226" cy="29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A352E9-0A88-6ED3-16A0-D3BA6E6B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627" y="7841633"/>
            <a:ext cx="1627773" cy="292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97D8A-68EF-79C4-2DA3-7EC8166990B2}"/>
              </a:ext>
            </a:extLst>
          </p:cNvPr>
          <p:cNvSpPr txBox="1"/>
          <p:nvPr/>
        </p:nvSpPr>
        <p:spPr>
          <a:xfrm>
            <a:off x="248653" y="679648"/>
            <a:ext cx="13335000" cy="595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38D30-DD65-0C24-504E-00E6CBCF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8" y="679648"/>
            <a:ext cx="3926164" cy="49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F59109-432B-355E-5C5F-12CD9B5E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68" y="4513275"/>
            <a:ext cx="3389670" cy="682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E578D5-6EB6-82E7-A5E1-F8DD7200B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304" y="364323"/>
            <a:ext cx="2298391" cy="1231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FA339-56CE-6BE0-B5F0-A28F0F60B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66" y="4369869"/>
            <a:ext cx="3517697" cy="798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5B5F24-FF37-A6AD-7CC8-2933156969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40" y="1014488"/>
            <a:ext cx="3962400" cy="3355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B7EFD8-04A9-7D9F-AEB6-E8254DB97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083" y="5020560"/>
            <a:ext cx="4066134" cy="3113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894DEC-FCA5-1694-2E2C-400A9E88A4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796" y="980072"/>
            <a:ext cx="4141051" cy="3333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08FCDD-C0D0-CBF4-4ECE-991CCFE09F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2615" y="5027043"/>
            <a:ext cx="3911023" cy="31072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9B66CA-A2CA-1509-D66A-02F9B587518B}"/>
              </a:ext>
            </a:extLst>
          </p:cNvPr>
          <p:cNvSpPr txBox="1"/>
          <p:nvPr/>
        </p:nvSpPr>
        <p:spPr>
          <a:xfrm>
            <a:off x="466531" y="236114"/>
            <a:ext cx="9476639" cy="371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1800" kern="100" dirty="0">
                <a:latin typeface="Alexandria Semi Bold" panose="020B0604020202020204" charset="-78"/>
                <a:ea typeface="Calibri" panose="020F0502020204030204" pitchFamily="34" charset="0"/>
                <a:cs typeface="Alexandria Semi Bold" panose="020B0604020202020204" charset="-78"/>
              </a:rPr>
              <a:t>CONFUSION MATRIX</a:t>
            </a:r>
            <a:endParaRPr lang="en-IN" sz="1800" kern="100" dirty="0">
              <a:effectLst/>
              <a:latin typeface="Alexandria Semi Bold" panose="020B0604020202020204" charset="-78"/>
              <a:ea typeface="Calibri" panose="020F0502020204030204" pitchFamily="34" charset="0"/>
              <a:cs typeface="Alexandria Semi Bold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7184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174FEF-96A6-A9BB-D605-EE7702B1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627" y="7841633"/>
            <a:ext cx="1627773" cy="292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84C07-D0AC-41EF-5FF1-25BA6E6D1046}"/>
              </a:ext>
            </a:extLst>
          </p:cNvPr>
          <p:cNvSpPr txBox="1"/>
          <p:nvPr/>
        </p:nvSpPr>
        <p:spPr>
          <a:xfrm>
            <a:off x="248653" y="679648"/>
            <a:ext cx="13335000" cy="595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25338-3468-C70E-0522-13F561C5E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8" y="679648"/>
            <a:ext cx="3926164" cy="49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541B39-C2AC-754D-627A-6C24E56C7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68" y="4513275"/>
            <a:ext cx="3389670" cy="682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76C0D-B9E0-03A1-2EC9-911E65857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304" y="364323"/>
            <a:ext cx="2298391" cy="1231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D9B200-8843-5A56-DAC4-C3E1BA06D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66" y="4369869"/>
            <a:ext cx="3517697" cy="798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19987D-D813-194F-D144-9AE0A81E2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728" y="1188570"/>
            <a:ext cx="4446350" cy="2926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4B0E7E-574D-5D60-68FA-71E147FB2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35" y="5030119"/>
            <a:ext cx="4669430" cy="3104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8778FA-BECD-8D10-1726-CBECB54E5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1350" y="1199177"/>
            <a:ext cx="3642505" cy="28436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4FC8C9-617B-9B05-EEFC-3CCAC2C530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7797" y="4905844"/>
            <a:ext cx="4511535" cy="31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2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291F-1FD2-13B0-9F9B-50A82970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45238-6F01-3D28-F837-0DA6F21A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627" y="7841633"/>
            <a:ext cx="1627773" cy="292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F3108F-DFF8-8387-9D75-C98B2D412AEB}"/>
              </a:ext>
            </a:extLst>
          </p:cNvPr>
          <p:cNvSpPr txBox="1"/>
          <p:nvPr/>
        </p:nvSpPr>
        <p:spPr>
          <a:xfrm>
            <a:off x="248653" y="679648"/>
            <a:ext cx="13335000" cy="595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72465-3132-B2DE-AAC4-5FAE4BEBD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8" y="364324"/>
            <a:ext cx="3926164" cy="5500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462115-0BEE-7211-27EC-D68674670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68" y="4193038"/>
            <a:ext cx="3389670" cy="682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360A2-55F3-CAD8-F00E-14121955D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930" y="23613"/>
            <a:ext cx="2446875" cy="1231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C84355-9A57-C41D-CFCC-839904C26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2470" y="4193038"/>
            <a:ext cx="3517697" cy="798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93E540-18BE-D04D-F0E4-F9A3829CF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83" y="792451"/>
            <a:ext cx="7020873" cy="34445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7CA33B-FD8C-0D27-C977-AC7B6C34DD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183" y="4543408"/>
            <a:ext cx="7285836" cy="34445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C3DAE8-4740-D13A-CBFF-95D57F4DBD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7507" y="739107"/>
            <a:ext cx="3635055" cy="35512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5489A4-9629-DABD-D869-485E6723F7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4188" y="4592360"/>
            <a:ext cx="3517698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7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F2D7-4DE1-4586-B5C6-427DB568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1FCA37F-726B-8E75-2840-06D1471D6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201135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173C2AC-4BFD-312D-D259-A5CDD2C20A8B}"/>
              </a:ext>
            </a:extLst>
          </p:cNvPr>
          <p:cNvSpPr/>
          <p:nvPr/>
        </p:nvSpPr>
        <p:spPr>
          <a:xfrm>
            <a:off x="6646127" y="152400"/>
            <a:ext cx="7558884" cy="750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cs typeface="Alexandria Semi Bold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88688C-D2F9-C2FE-9EED-93F39E818FE2}"/>
              </a:ext>
            </a:extLst>
          </p:cNvPr>
          <p:cNvSpPr/>
          <p:nvPr/>
        </p:nvSpPr>
        <p:spPr>
          <a:xfrm>
            <a:off x="6422193" y="4069794"/>
            <a:ext cx="31087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BF157E0-E380-16D1-0067-93D3776740A5}"/>
              </a:ext>
            </a:extLst>
          </p:cNvPr>
          <p:cNvSpPr/>
          <p:nvPr/>
        </p:nvSpPr>
        <p:spPr>
          <a:xfrm>
            <a:off x="6948726" y="4495021"/>
            <a:ext cx="30014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69495C-CBA0-64BB-1107-B473223FAA4E}"/>
              </a:ext>
            </a:extLst>
          </p:cNvPr>
          <p:cNvSpPr/>
          <p:nvPr/>
        </p:nvSpPr>
        <p:spPr>
          <a:xfrm>
            <a:off x="10870763" y="4839533"/>
            <a:ext cx="30014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3DF6C-E8A3-3F2D-F6B7-5BF29B75EEA8}"/>
              </a:ext>
            </a:extLst>
          </p:cNvPr>
          <p:cNvSpPr/>
          <p:nvPr/>
        </p:nvSpPr>
        <p:spPr>
          <a:xfrm>
            <a:off x="12871938" y="7795846"/>
            <a:ext cx="1617785" cy="281354"/>
          </a:xfrm>
          <a:prstGeom prst="rect">
            <a:avLst/>
          </a:prstGeom>
          <a:solidFill>
            <a:srgbClr val="EE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66DEA-6A77-1D84-651E-A749C0DC27D8}"/>
              </a:ext>
            </a:extLst>
          </p:cNvPr>
          <p:cNvSpPr txBox="1"/>
          <p:nvPr/>
        </p:nvSpPr>
        <p:spPr>
          <a:xfrm>
            <a:off x="6948726" y="1271239"/>
            <a:ext cx="72562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Findings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Best ML Model: XGBoost (Accuracy: 99%).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Best DL Model: Deeper Neural Network (Accuracy: 99%)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"The project demonstrates the potential of AI in mental health classification and highlights the role of behavioral patterns in diagnosis."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Work</a:t>
            </a:r>
            <a:r>
              <a:rPr lang="en-US" dirty="0"/>
              <a:t>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Expanding dataset with real-time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Exploring ensemble methods for further accuracy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548549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2755F60-A954-4D60-02CF-79E73104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710"/>
            <a:ext cx="14630400" cy="135470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150CDC2-9567-1037-C03B-FAE940371E8C}"/>
              </a:ext>
            </a:extLst>
          </p:cNvPr>
          <p:cNvSpPr/>
          <p:nvPr/>
        </p:nvSpPr>
        <p:spPr>
          <a:xfrm>
            <a:off x="379141" y="1215483"/>
            <a:ext cx="3624147" cy="440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63D8612-2A07-9B0A-CEA6-D6F392FE5365}"/>
              </a:ext>
            </a:extLst>
          </p:cNvPr>
          <p:cNvSpPr/>
          <p:nvPr/>
        </p:nvSpPr>
        <p:spPr>
          <a:xfrm>
            <a:off x="1083231" y="5900975"/>
            <a:ext cx="12788860" cy="173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2411B8-36B2-C285-55CF-4960AA1C3771}"/>
              </a:ext>
            </a:extLst>
          </p:cNvPr>
          <p:cNvSpPr/>
          <p:nvPr/>
        </p:nvSpPr>
        <p:spPr>
          <a:xfrm>
            <a:off x="12871938" y="7795846"/>
            <a:ext cx="1617785" cy="281354"/>
          </a:xfrm>
          <a:prstGeom prst="rect">
            <a:avLst/>
          </a:prstGeom>
          <a:solidFill>
            <a:srgbClr val="EEE6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9BAD0-8933-F72B-D06D-761280981A6F}"/>
              </a:ext>
            </a:extLst>
          </p:cNvPr>
          <p:cNvSpPr txBox="1"/>
          <p:nvPr/>
        </p:nvSpPr>
        <p:spPr>
          <a:xfrm>
            <a:off x="245327" y="1655789"/>
            <a:ext cx="14244396" cy="6536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8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F.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Mustač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"How to maintain mental health in turbulent times: Can mobile applications be a part of the solution?," 2021 6th International Conference on Smart and Sustainable Technologies (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SpliTech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Bol and Split, Croatia, 2021, pp. 1-5,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10.23919/SpliTech52315.2021.9566350.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C. Zhang et al., "AI Chatbots for Mental Health: A Scoping Review," Applied Sciences, vol. 14, no. 13, pp. 5889, 2022.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10.3390/app14135889.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[3]World Health Organization, "Artificial intelligence in mental health research: New WHO study on applications and challenges," WHO, Mar. 2021. [Online]. Available: </a:t>
            </a:r>
            <a:r>
              <a:rPr lang="en-IN" sz="1600" b="0" i="0" u="sng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https://www.who.int/news/item/10-03-2021-artificial-intelligence-in-mental-health-research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S. Banerjee et al., "Mental Health Applications of Generative AI and Large Language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United States," Int. J. Environ. Res. Public Health, vol. 21, no. 7, pp. 910, 2024.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10.3390/ijerph21070910.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M. Huang and Y. Lin, "Exploring the Role of AI in Mental Health Support During COVID-19: A Review," J. Affect.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Disord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., vol. 317, pp. 109-118, 2022.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10.1016/j.jad.2022.02.016.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T. Smith et al., "Machine Learning Approaches to Predict and Prevent Mental Health Disorders," Psychiatry Research, vol. 327, pp. 115488, 2023.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10.1016/j.psychres.2023.115488.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A. Davis and J. Roy, "AI-Based Assessment of Mental Health: Advances, Opportunities, and Ethical Challenges," Front. Psychiatry, vol. 12, pp. 786259, 2021.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10.3389/fpsyt.2021.786259.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L. Patel et al., "Personalized Mental Health Interventions with Machine Learning and Wearables," Computers in Biology and Medicine, vol. 150, pp. 103762, 2022.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10.1016/j.compbiomed.2022.103762.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[9] R. Gupta and S. Patel, "The Use of AI for Mental Health Monitoring in Adolescents," Healthcare, vol. 10, no. 4, pp. 601, 2022.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10.3390/healthcare10040601.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rtl="0" eaLnBrk="1" fontAlgn="t" latinLnBrk="0" hangingPunct="1">
              <a:lnSpc>
                <a:spcPct val="107000"/>
              </a:lnSpc>
              <a:spcAft>
                <a:spcPts val="800"/>
              </a:spcAft>
              <a:tabLst>
                <a:tab pos="1402080" algn="l"/>
              </a:tabLst>
            </a:pP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 Y. Zhao et al., "Natural Language Processing in Mental Health: Applications and Emerging Trends,"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ONE, vol. 17, no. 5, e0269257, 2022. </a:t>
            </a:r>
            <a:r>
              <a:rPr lang="en-IN" sz="1600" b="0" i="0" u="none" strike="noStrike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b="0" i="0" u="none" strike="noStrike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10.1371/journal.pone.0269257.</a:t>
            </a:r>
            <a:endParaRPr lang="en-IN" sz="16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4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1218</Words>
  <Application>Microsoft Office PowerPoint</Application>
  <PresentationFormat>Custom</PresentationFormat>
  <Paragraphs>221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Alexandria Semi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RISHITHA B S</cp:lastModifiedBy>
  <cp:revision>9</cp:revision>
  <dcterms:created xsi:type="dcterms:W3CDTF">2024-11-13T08:20:35Z</dcterms:created>
  <dcterms:modified xsi:type="dcterms:W3CDTF">2025-05-27T05:09:01Z</dcterms:modified>
</cp:coreProperties>
</file>